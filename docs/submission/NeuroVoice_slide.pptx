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A3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F2A30"/>
                </a:solidFill>
                <a:latin typeface="Arial"/>
              </a:rPr>
              <a:t>His memory triples the sentences guessed right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Exact sentence, 1st try</c:v>
                </c:pt>
              </c:strCache>
            </c:strRef>
          </c:tx>
          <c:spPr>
            <a:solidFill>
              <a:srgbClr val="2B6CB0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LLM, no memory</c:v>
                  </c:pt>
                  <c:pt idx="1">
                    <c:v>LLM + context</c:v>
                  </c:pt>
                  <c:pt idx="2">
                    <c:v>NeuroVoice (+ memory)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12.5</c:v>
                </c:pt>
                <c:pt idx="1">
                  <c:v>12.5</c:v>
                </c:pt>
                <c:pt idx="2">
                  <c:v>35.7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Among the 5 suggestions</c:v>
                </c:pt>
              </c:strCache>
            </c:strRef>
          </c:tx>
          <c:spPr>
            <a:solidFill>
              <a:srgbClr val="9DBBE0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LLM, no memory</c:v>
                  </c:pt>
                  <c:pt idx="1">
                    <c:v>LLM + context</c:v>
                  </c:pt>
                  <c:pt idx="2">
                    <c:v>NeuroVoice (+ memory)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14.3</c:v>
                </c:pt>
                <c:pt idx="1">
                  <c:v>17.9</c:v>
                </c:pt>
                <c:pt idx="2">
                  <c:v>42.9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F2A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E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E6E75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NeuroVoice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6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four letters into the sentence a person with ALS wants to say — with their personal memory and their own voice.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IT'S FOR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830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with ALS who speak with their eyes (&lt;10 words/min vs. 190 when speaking). 97M people could benefit from AAC.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6974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97180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initials "m d l e" → an agent with his memory suggests 5 sentences → he chooses → it plays in his voice, with the tone his wristband suggests.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8862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1605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that expand initials (SpeakFaster, Google 2024) + expressive voices + cheap wearables. Europe is underserved.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50749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USERS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534924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with ALS users via patient associations (adELA, Fundación Luzón, ARSLA) → plug-in for Grid 3 / TD Snap (B2B licence).</a:t>
            </a:r>
            <a:endParaRPr lang="en-US" sz="12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892040" y="1463040"/>
          <a:ext cx="42062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4892040" y="50749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model; only the data changes. 56 test sentences, simulation.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9372600" y="14630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95 %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9372600" y="20116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vs. stress from the wristband, on people the model has never seen (LOSO, WESAD)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9372600" y="2697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 s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9372600" y="3246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suggestion · $0.004 per sentence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281160" y="374904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418320" y="38404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ON AIVEN
</a:t>
            </a:r>
            <a:pPr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pgvector: memory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Valkey: session, state, cache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ClickHouse: signals &amp; metrics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Runtime: API &amp; agent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5989320"/>
            <a:ext cx="11247120" cy="0"/>
          </a:xfrm>
          <a:prstGeom prst="line">
            <a:avLst/>
          </a:prstGeom>
          <a:noFill/>
          <a:ln w="12700">
            <a:solidFill>
              <a:srgbClr val="D5DDE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7200" y="60807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Agent: Claude with tools (memory, context, state, web via Keenable) · voice: ElevenLabs · app: Lovable · Lucas is a fictional user; synthetic corpus; WESAD signals recorded and replayed in real time; validation without temporal leakage.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2026-10-22T12:54:21Z</dcterms:created>
  <dcterms:modified xsi:type="dcterms:W3CDTF">2026-10-22T12:54:21Z</dcterms:modified>
</cp:coreProperties>
</file>