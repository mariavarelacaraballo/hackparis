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Arial"/>
              </a:rPr>
              <a:t>Su memoria triplica las frases acertadas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Acierto a la primera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 sin memoria</c:v>
                  </c:pt>
                  <c:pt idx="1">
                    <c:v>LLM + contexto</c:v>
                  </c:pt>
                  <c:pt idx="2">
                    <c:v>NeuroVoice (+ memoria)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12.5</c:v>
                </c:pt>
                <c:pt idx="2">
                  <c:v>35.7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 las 5 propuestas</c:v>
                </c:pt>
              </c:strCache>
            </c:strRef>
          </c:tx>
          <c:spPr>
            <a:solidFill>
              <a:srgbClr val="9DBBE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 sin memoria</c:v>
                  </c:pt>
                  <c:pt idx="1">
                    <c:v>LLM + contexto</c:v>
                  </c:pt>
                  <c:pt idx="2">
                    <c:v>NeuroVoice (+ memoria)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14.3</c:v>
                </c:pt>
                <c:pt idx="1">
                  <c:v>17.9</c:v>
                </c:pt>
                <c:pt idx="2">
                  <c:v>42.9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E7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NeuroVoice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cuatro letras en la frase que una persona con ELA quiere decir — con su memoria y su propia voz.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con ELA que hablan con la mirada (&lt;10 palabras/min frente a 190 hablando). 97 M de personas podrían beneficiarse de la comunicación aumentativa.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iniciales «m d l e» → un agente con su memoria propone 5 frases → él elige → suena con su voz y el tono que sugiere su pulsera.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AHORA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que expanden iniciales (SpeakFaster, Google 2024) + voces expresivas + wearables baratos. Europa infraservida.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PRIMEROS USUARIOS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3492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 usuarios de ELA vía adELA, Fundación Luzón y ARSLA → complemento de Grid 3 / TD Snap (licencia B2B).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14630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89204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modelo; solo cambian los datos. 56 frases de test, simulación.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reposo vs. estrés con la pulsera, en personas que el modelo no ha visto (LOSO, WESAD)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s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sugerencia · 0,004 $ por frase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8116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AIVEN
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pgvector: memoria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Valkey: sesión, estado, caché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ClickHouse: señal y métricas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API y agente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D5DD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Agente: Claude con herramientas (memoria, contexto, estado, web con Keenable) · voz: ElevenLabs · app: Lovable · Lucas es un usuario ficticio; corpus sintético; señales WESAD grabadas y reproducidas en tiempo real; validación sin fuga temporal.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2026-10-22T12:50:18Z</dcterms:created>
  <dcterms:modified xsi:type="dcterms:W3CDTF">2026-10-22T12:50:18Z</dcterms:modified>
</cp:coreProperties>
</file>